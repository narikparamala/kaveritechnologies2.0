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0B010"/>
                </a:solidFill>
                <a:latin typeface="Arial"/>
              </a:rPr>
              <a:t>DAY 8   ·   LESSON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0F0F0"/>
                </a:solidFill>
                <a:latin typeface="Arial"/>
              </a:rPr>
              <a:t>Backend Deployment (Render / Railway)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A0A0A0"/>
                </a:solidFill>
                <a:latin typeface="Arial"/>
              </a:rPr>
              <a:t>Day 8: Capstone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808080"/>
                </a:solidFill>
                <a:latin typeface="Arial"/>
              </a:rPr>
              <a:t>30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B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0B010"/>
                </a:solidFill>
                <a:latin typeface="Arial"/>
              </a:rPr>
              <a:t>Backend Deployment (Render/Railway)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render.com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Steps: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Push backend to GitHub (separate repo or folder)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New → Web Service → Connect repo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Build Command: pip install -r requirements.txt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Start Command: uvicorn app.main:app --host 0.0.0.0 --port $PORT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Environment → Add vars: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B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0B010"/>
                </a:solidFill>
                <a:latin typeface="Arial"/>
              </a:rPr>
              <a:t>Backend Deployment (Render/Railway) 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OPENROUTER_API_KEY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SECRET_KEY (generate: openssl rand -hex 32 or online)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MODEL=google/gemini-2.5-flash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DATABASE_URL (if using Render Postgres, add DB first)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Deploy. Wait for logs "Application startup complete"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Copy URL: https://your-app.onrender.com/docs to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B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0B010"/>
                </a:solidFill>
                <a:latin typeface="Arial"/>
              </a:rPr>
              <a:t>Backend Deployment (Render/Railway) 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railway.app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New Project → Deploy from GitHub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Auto-detects Python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Add variables in Variables tab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Add Postgres service if needed (connects automatically)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800">
                <a:solidFill>
                  <a:srgbClr val="F0F0F0"/>
                </a:solidFill>
                <a:latin typeface="Arial"/>
              </a:rPr>
              <a:t>•  Free notes: Render free sleeps after inactivity (can be slow first hit). Railway generous for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B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0B010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900" b="1">
                <a:solidFill>
                  <a:srgbClr val="F0B010"/>
                </a:solidFill>
                <a:latin typeface="Arial"/>
              </a:rPr>
              <a:t>✓  </a:t>
            </a:r>
            <a:r>
              <a:rPr sz="1800">
                <a:solidFill>
                  <a:srgbClr val="F0F0F0"/>
                </a:solidFill>
                <a:latin typeface="Arial"/>
              </a:rPr>
              <a:t>render.com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900" b="1">
                <a:solidFill>
                  <a:srgbClr val="F0B010"/>
                </a:solidFill>
                <a:latin typeface="Arial"/>
              </a:rPr>
              <a:t>✓  </a:t>
            </a:r>
            <a:r>
              <a:rPr sz="1800">
                <a:solidFill>
                  <a:srgbClr val="F0F0F0"/>
                </a:solidFill>
                <a:latin typeface="Arial"/>
              </a:rPr>
              <a:t>Steps: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900" b="1">
                <a:solidFill>
                  <a:srgbClr val="F0B010"/>
                </a:solidFill>
                <a:latin typeface="Arial"/>
              </a:rPr>
              <a:t>✓  </a:t>
            </a:r>
            <a:r>
              <a:rPr sz="1800">
                <a:solidFill>
                  <a:srgbClr val="F0F0F0"/>
                </a:solidFill>
                <a:latin typeface="Arial"/>
              </a:rPr>
              <a:t>Push backend to GitHub (separate repo or folder)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900" b="1">
                <a:solidFill>
                  <a:srgbClr val="F0B010"/>
                </a:solidFill>
                <a:latin typeface="Arial"/>
              </a:rPr>
              <a:t>✓  </a:t>
            </a:r>
            <a:r>
              <a:rPr sz="1800">
                <a:solidFill>
                  <a:srgbClr val="F0F0F0"/>
                </a:solidFill>
                <a:latin typeface="Arial"/>
              </a:rPr>
              <a:t>New → Web Service → Connect repo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900" b="1">
                <a:solidFill>
                  <a:srgbClr val="F0B010"/>
                </a:solidFill>
                <a:latin typeface="Arial"/>
              </a:rPr>
              <a:t>✓  </a:t>
            </a:r>
            <a:r>
              <a:rPr sz="1800">
                <a:solidFill>
                  <a:srgbClr val="F0F0F0"/>
                </a:solidFill>
                <a:latin typeface="Arial"/>
              </a:rPr>
              <a:t>Build Command: pip install -r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900" b="1">
                <a:solidFill>
                  <a:srgbClr val="F0B010"/>
                </a:solidFill>
                <a:latin typeface="Arial"/>
              </a:rPr>
              <a:t>✓  </a:t>
            </a:r>
            <a:r>
              <a:rPr sz="1800">
                <a:solidFill>
                  <a:srgbClr val="F0F0F0"/>
                </a:solidFill>
                <a:latin typeface="Arial"/>
              </a:rPr>
              <a:t>Start Command: uvicorn app.main:app --host 0.0.0.0 --port $PORT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